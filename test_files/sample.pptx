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PowerPoint Extraction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enables computers to learn from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